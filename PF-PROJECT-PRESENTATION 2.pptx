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9" d="100"/>
          <a:sy n="89" d="100"/>
        </p:scale>
        <p:origin x="43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E4E64F7-20FE-4F6B-A356-4274CA7E29A6}"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1666920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E4E64F7-20FE-4F6B-A356-4274CA7E29A6}"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852991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E4E64F7-20FE-4F6B-A356-4274CA7E29A6}"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181508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E4E64F7-20FE-4F6B-A356-4274CA7E29A6}"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1993007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E4E64F7-20FE-4F6B-A356-4274CA7E29A6}" type="datetimeFigureOut">
              <a:rPr lang="en-US" smtClean="0"/>
              <a:t>12/5/2023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3104595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E4E64F7-20FE-4F6B-A356-4274CA7E29A6}" type="datetimeFigureOut">
              <a:rPr lang="en-US" smtClean="0"/>
              <a:t>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1290504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E4E64F7-20FE-4F6B-A356-4274CA7E29A6}" type="datetimeFigureOut">
              <a:rPr lang="en-US" smtClean="0"/>
              <a:t>12/5/2023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768037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4E64F7-20FE-4F6B-A356-4274CA7E29A6}"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4181850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4E64F7-20FE-4F6B-A356-4274CA7E29A6}"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3293111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4E64F7-20FE-4F6B-A356-4274CA7E29A6}"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55895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4E64F7-20FE-4F6B-A356-4274CA7E29A6}"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1984620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4E64F7-20FE-4F6B-A356-4274CA7E29A6}"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69EC452F-8F8D-4B44-B70E-93AE14E616C2}"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7126656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4E64F7-20FE-4F6B-A356-4274CA7E29A6}"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3805567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9E4E64F7-20FE-4F6B-A356-4274CA7E29A6}" type="datetimeFigureOut">
              <a:rPr lang="en-US" smtClean="0"/>
              <a:t>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40504829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9E4E64F7-20FE-4F6B-A356-4274CA7E29A6}" type="datetimeFigureOut">
              <a:rPr lang="en-US" smtClean="0"/>
              <a:t>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41699220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E4E64F7-20FE-4F6B-A356-4274CA7E29A6}"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EC452F-8F8D-4B44-B70E-93AE14E616C2}" type="slidenum">
              <a:rPr lang="en-US" smtClean="0"/>
              <a:t>‹#›</a:t>
            </a:fld>
            <a:endParaRPr lang="en-US"/>
          </a:p>
        </p:txBody>
      </p:sp>
    </p:spTree>
    <p:extLst>
      <p:ext uri="{BB962C8B-B14F-4D97-AF65-F5344CB8AC3E}">
        <p14:creationId xmlns:p14="http://schemas.microsoft.com/office/powerpoint/2010/main" val="1247854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9E4E64F7-20FE-4F6B-A356-4274CA7E29A6}" type="datetimeFigureOut">
              <a:rPr lang="en-US" smtClean="0"/>
              <a:t>12/5/2023</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9EC452F-8F8D-4B44-B70E-93AE14E616C2}" type="slidenum">
              <a:rPr lang="en-US" smtClean="0"/>
              <a:t>‹#›</a:t>
            </a:fld>
            <a:endParaRPr lang="en-US"/>
          </a:p>
        </p:txBody>
      </p:sp>
    </p:spTree>
    <p:extLst>
      <p:ext uri="{BB962C8B-B14F-4D97-AF65-F5344CB8AC3E}">
        <p14:creationId xmlns:p14="http://schemas.microsoft.com/office/powerpoint/2010/main" val="3463201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E4E64F7-20FE-4F6B-A356-4274CA7E29A6}" type="datetimeFigureOut">
              <a:rPr lang="en-US" smtClean="0"/>
              <a:t>12/5/2023</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9EC452F-8F8D-4B44-B70E-93AE14E616C2}" type="slidenum">
              <a:rPr lang="en-US" smtClean="0"/>
              <a:t>‹#›</a:t>
            </a:fld>
            <a:endParaRPr lang="en-US"/>
          </a:p>
        </p:txBody>
      </p:sp>
    </p:spTree>
    <p:extLst>
      <p:ext uri="{BB962C8B-B14F-4D97-AF65-F5344CB8AC3E}">
        <p14:creationId xmlns:p14="http://schemas.microsoft.com/office/powerpoint/2010/main" val="2262358093"/>
      </p:ext>
    </p:extLst>
  </p:cSld>
  <p:clrMap bg1="dk1" tx1="lt1" bg2="dk2" tx2="lt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 id="2147483851"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1F290E62-0F01-84CD-5E9F-491CACB94AEA}"/>
              </a:ext>
            </a:extLst>
          </p:cNvPr>
          <p:cNvSpPr>
            <a:spLocks noGrp="1"/>
          </p:cNvSpPr>
          <p:nvPr>
            <p:ph type="title"/>
          </p:nvPr>
        </p:nvSpPr>
        <p:spPr/>
        <p:txBody>
          <a:bodyPr>
            <a:normAutofit/>
          </a:bodyPr>
          <a:lstStyle/>
          <a:p>
            <a:pPr algn="ctr"/>
            <a:r>
              <a:rPr lang="en-US" sz="3200" b="1" dirty="0" smtClean="0">
                <a:latin typeface="Calibri" panose="020F0502020204030204" pitchFamily="34" charset="0"/>
                <a:cs typeface="Calibri" panose="020F0502020204030204" pitchFamily="34" charset="0"/>
              </a:rPr>
              <a:t>Quiz Management System</a:t>
            </a:r>
            <a:endParaRPr lang="en-US" sz="3200" b="1" dirty="0">
              <a:latin typeface="Calibri" panose="020F0502020204030204" pitchFamily="34" charset="0"/>
              <a:cs typeface="Calibri" panose="020F0502020204030204" pitchFamily="34" charset="0"/>
            </a:endParaRPr>
          </a:p>
        </p:txBody>
      </p:sp>
      <p:pic>
        <p:nvPicPr>
          <p:cNvPr id="3" name="Picture Placeholder 2"/>
          <p:cNvPicPr>
            <a:picLocks noGrp="1" noChangeAspect="1"/>
          </p:cNvPicPr>
          <p:nvPr>
            <p:ph type="pic" idx="1"/>
          </p:nvPr>
        </p:nvPicPr>
        <p:blipFill>
          <a:blip r:embed="rId2">
            <a:extLst>
              <a:ext uri="{28A0092B-C50C-407E-A947-70E740481C1C}">
                <a14:useLocalDpi xmlns:a14="http://schemas.microsoft.com/office/drawing/2010/main" val="0"/>
              </a:ext>
            </a:extLst>
          </a:blip>
          <a:srcRect l="7784" r="7784"/>
          <a:stretch>
            <a:fillRect/>
          </a:stretch>
        </p:blipFill>
        <p:spPr>
          <a:prstGeom prst="rect">
            <a:avLst/>
          </a:prstGeom>
          <a:ln w="228600" cap="sq" cmpd="thickThin">
            <a:solidFill>
              <a:srgbClr val="000000"/>
            </a:solidFill>
            <a:prstDash val="solid"/>
            <a:miter lim="800000"/>
          </a:ln>
          <a:effectLst>
            <a:innerShdw blurRad="76200">
              <a:srgbClr val="000000"/>
            </a:innerShdw>
          </a:effectLst>
        </p:spPr>
      </p:pic>
      <p:sp>
        <p:nvSpPr>
          <p:cNvPr id="6" name="Text Placeholder 5">
            <a:extLst>
              <a:ext uri="{FF2B5EF4-FFF2-40B4-BE49-F238E27FC236}">
                <a16:creationId xmlns="" xmlns:a16="http://schemas.microsoft.com/office/drawing/2014/main" id="{B93ED6D9-7E78-8F17-9039-77AFF18C0029}"/>
              </a:ext>
            </a:extLst>
          </p:cNvPr>
          <p:cNvSpPr>
            <a:spLocks noGrp="1"/>
          </p:cNvSpPr>
          <p:nvPr>
            <p:ph type="body" sz="half" idx="2"/>
          </p:nvPr>
        </p:nvSpPr>
        <p:spPr>
          <a:xfrm>
            <a:off x="680323" y="2336873"/>
            <a:ext cx="4186952" cy="3599315"/>
          </a:xfrm>
        </p:spPr>
        <p:txBody>
          <a:bodyPr>
            <a:normAutofit/>
          </a:bodyPr>
          <a:lstStyle/>
          <a:p>
            <a:pPr algn="just">
              <a:lnSpc>
                <a:spcPct val="100000"/>
              </a:lnSpc>
            </a:pPr>
            <a:r>
              <a:rPr lang="en-US" sz="2400" b="1" u="sng" dirty="0">
                <a:latin typeface="Calibri" panose="020F0502020204030204" pitchFamily="34" charset="0"/>
                <a:cs typeface="Calibri" panose="020F0502020204030204" pitchFamily="34" charset="0"/>
              </a:rPr>
              <a:t>Presented By:</a:t>
            </a:r>
          </a:p>
          <a:p>
            <a:pPr marL="342900" indent="-342900" algn="just">
              <a:buFont typeface="Arial" panose="020B0604020202020204" pitchFamily="34" charset="0"/>
              <a:buChar char="•"/>
            </a:pPr>
            <a:r>
              <a:rPr lang="en-US" sz="2400" dirty="0" smtClean="0">
                <a:latin typeface="Calibri" panose="020F0502020204030204" pitchFamily="34" charset="0"/>
                <a:cs typeface="Calibri" panose="020F0502020204030204" pitchFamily="34" charset="0"/>
              </a:rPr>
              <a:t>Afrasiab Shahid </a:t>
            </a:r>
            <a:r>
              <a:rPr lang="en-US" sz="2400" dirty="0">
                <a:latin typeface="Calibri" panose="020F0502020204030204" pitchFamily="34" charset="0"/>
                <a:cs typeface="Calibri" panose="020F0502020204030204" pitchFamily="34" charset="0"/>
              </a:rPr>
              <a:t>(</a:t>
            </a:r>
            <a:r>
              <a:rPr lang="en-US" sz="2400" dirty="0" smtClean="0">
                <a:latin typeface="Calibri" panose="020F0502020204030204" pitchFamily="34" charset="0"/>
                <a:cs typeface="Calibri" panose="020F0502020204030204" pitchFamily="34" charset="0"/>
              </a:rPr>
              <a:t>23P-0585)</a:t>
            </a:r>
            <a:endParaRPr lang="en-US" sz="24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2400" dirty="0" err="1" smtClean="0">
                <a:latin typeface="Calibri" panose="020F0502020204030204" pitchFamily="34" charset="0"/>
                <a:cs typeface="Calibri" panose="020F0502020204030204" pitchFamily="34" charset="0"/>
              </a:rPr>
              <a:t>M.Ahsan</a:t>
            </a:r>
            <a:r>
              <a:rPr lang="en-US" sz="2400" dirty="0" smtClean="0">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a:t>
            </a:r>
            <a:r>
              <a:rPr lang="en-US" sz="2400" dirty="0" smtClean="0">
                <a:latin typeface="Calibri" panose="020F0502020204030204" pitchFamily="34" charset="0"/>
                <a:cs typeface="Calibri" panose="020F0502020204030204" pitchFamily="34" charset="0"/>
              </a:rPr>
              <a:t>23P-0543)</a:t>
            </a: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6695854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1812F8A-ACD1-9079-CE09-69591F8B24CD}"/>
              </a:ext>
            </a:extLst>
          </p:cNvPr>
          <p:cNvSpPr>
            <a:spLocks noGrp="1"/>
          </p:cNvSpPr>
          <p:nvPr>
            <p:ph type="title"/>
          </p:nvPr>
        </p:nvSpPr>
        <p:spPr/>
        <p:txBody>
          <a:bodyPr/>
          <a:lstStyle/>
          <a:p>
            <a:pPr algn="ctr"/>
            <a:r>
              <a:rPr lang="en-US" b="1" dirty="0">
                <a:latin typeface="Calibri" panose="020F0502020204030204" pitchFamily="34" charset="0"/>
                <a:cs typeface="Calibri" panose="020F0502020204030204" pitchFamily="34" charset="0"/>
              </a:rPr>
              <a:t>Introduction of our project</a:t>
            </a:r>
          </a:p>
        </p:txBody>
      </p:sp>
      <p:sp>
        <p:nvSpPr>
          <p:cNvPr id="6" name="TextBox 5">
            <a:extLst>
              <a:ext uri="{FF2B5EF4-FFF2-40B4-BE49-F238E27FC236}">
                <a16:creationId xmlns="" xmlns:a16="http://schemas.microsoft.com/office/drawing/2014/main" id="{3A2EF7A0-7B2E-D65F-146B-B62C283E4F3F}"/>
              </a:ext>
            </a:extLst>
          </p:cNvPr>
          <p:cNvSpPr txBox="1"/>
          <p:nvPr/>
        </p:nvSpPr>
        <p:spPr>
          <a:xfrm>
            <a:off x="2027582" y="2369104"/>
            <a:ext cx="8392768" cy="3970318"/>
          </a:xfrm>
          <a:prstGeom prst="rect">
            <a:avLst/>
          </a:prstGeom>
          <a:noFill/>
        </p:spPr>
        <p:txBody>
          <a:bodyPr wrap="square">
            <a:spAutoFit/>
          </a:bodyPr>
          <a:lstStyle/>
          <a:p>
            <a:pPr algn="just" fontAlgn="auto"/>
            <a:r>
              <a:rPr lang="en-US" sz="2800" b="0" i="0" dirty="0">
                <a:effectLst/>
                <a:latin typeface="Pretendard"/>
              </a:rPr>
              <a:t>We are delighted to present our </a:t>
            </a:r>
            <a:r>
              <a:rPr lang="en-US" sz="2800" b="0" i="0" dirty="0" err="1">
                <a:effectLst/>
                <a:latin typeface="Pretendard"/>
              </a:rPr>
              <a:t>project</a:t>
            </a:r>
            <a:r>
              <a:rPr lang="en-US" sz="2800" b="0" i="0" dirty="0" err="1" smtClean="0">
                <a:effectLst/>
                <a:latin typeface="Pretendard"/>
              </a:rPr>
              <a:t>,“Quiz</a:t>
            </a:r>
            <a:r>
              <a:rPr lang="en-US" sz="2800" b="0" i="0" dirty="0" smtClean="0">
                <a:effectLst/>
                <a:latin typeface="Pretendard"/>
              </a:rPr>
              <a:t> Management System", </a:t>
            </a:r>
            <a:r>
              <a:rPr lang="en-US" sz="2800" b="0" i="0" dirty="0">
                <a:effectLst/>
                <a:latin typeface="Pretendard"/>
              </a:rPr>
              <a:t>developed in C language. </a:t>
            </a:r>
            <a:r>
              <a:rPr lang="en-GB" sz="2800" dirty="0">
                <a:latin typeface="Pretendard"/>
              </a:rPr>
              <a:t>This code provides a simple CLI-based quiz management system. It allows you to add questions, display questions, take the quiz, create users, and display user progress. The code manages questions, user information, scores, and progress </a:t>
            </a:r>
            <a:r>
              <a:rPr lang="en-GB" sz="2800" dirty="0" smtClean="0">
                <a:latin typeface="Pretendard"/>
              </a:rPr>
              <a:t>tracking</a:t>
            </a:r>
            <a:r>
              <a:rPr lang="en-US" sz="2800" b="0" i="0" dirty="0" smtClean="0">
                <a:effectLst/>
                <a:latin typeface="Pretendard"/>
              </a:rPr>
              <a:t>.Let's </a:t>
            </a:r>
            <a:r>
              <a:rPr lang="en-US" sz="2800" b="0" i="0" dirty="0">
                <a:effectLst/>
                <a:latin typeface="Pretendard"/>
              </a:rPr>
              <a:t>dive into the code to understand how it works.</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083558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D54959-A695-52E6-FA2F-BEC6D5129EBA}"/>
              </a:ext>
            </a:extLst>
          </p:cNvPr>
          <p:cNvSpPr>
            <a:spLocks noGrp="1"/>
          </p:cNvSpPr>
          <p:nvPr>
            <p:ph type="title"/>
          </p:nvPr>
        </p:nvSpPr>
        <p:spPr/>
        <p:txBody>
          <a:bodyPr/>
          <a:lstStyle/>
          <a:p>
            <a:pPr algn="ctr"/>
            <a:r>
              <a:rPr lang="en-US" b="1" dirty="0">
                <a:latin typeface="Calibri" panose="020F0502020204030204" pitchFamily="34" charset="0"/>
                <a:cs typeface="Calibri" panose="020F0502020204030204" pitchFamily="34" charset="0"/>
              </a:rPr>
              <a:t>What we used?</a:t>
            </a:r>
          </a:p>
        </p:txBody>
      </p:sp>
      <p:sp>
        <p:nvSpPr>
          <p:cNvPr id="3" name="Content Placeholder 2">
            <a:extLst>
              <a:ext uri="{FF2B5EF4-FFF2-40B4-BE49-F238E27FC236}">
                <a16:creationId xmlns="" xmlns:a16="http://schemas.microsoft.com/office/drawing/2014/main" id="{66458A9B-5E39-0872-EB60-409661ADBED0}"/>
              </a:ext>
            </a:extLst>
          </p:cNvPr>
          <p:cNvSpPr>
            <a:spLocks noGrp="1"/>
          </p:cNvSpPr>
          <p:nvPr>
            <p:ph idx="1"/>
          </p:nvPr>
        </p:nvSpPr>
        <p:spPr>
          <a:xfrm>
            <a:off x="680321" y="2297114"/>
            <a:ext cx="10067192" cy="4461493"/>
          </a:xfrm>
        </p:spPr>
        <p:txBody>
          <a:bodyPr>
            <a:normAutofit lnSpcReduction="10000"/>
          </a:bodyPr>
          <a:lstStyle/>
          <a:p>
            <a:pPr algn="just">
              <a:buFont typeface="Wingdings" panose="05000000000000000000" pitchFamily="2" charset="2"/>
              <a:buChar char="Ø"/>
            </a:pPr>
            <a:r>
              <a:rPr lang="en-US" sz="2900" dirty="0" smtClean="0">
                <a:latin typeface="Calibri" panose="020F0502020204030204" pitchFamily="34" charset="0"/>
                <a:cs typeface="Calibri" panose="020F0502020204030204" pitchFamily="34" charset="0"/>
              </a:rPr>
              <a:t>Header </a:t>
            </a:r>
            <a:r>
              <a:rPr lang="en-US" sz="2900" dirty="0">
                <a:latin typeface="Calibri" panose="020F0502020204030204" pitchFamily="34" charset="0"/>
                <a:cs typeface="Calibri" panose="020F0502020204030204" pitchFamily="34" charset="0"/>
              </a:rPr>
              <a:t>Files</a:t>
            </a:r>
          </a:p>
          <a:p>
            <a:pPr algn="just"/>
            <a:r>
              <a:rPr lang="en-US" sz="2900" dirty="0" err="1">
                <a:latin typeface="Calibri" panose="020F0502020204030204" pitchFamily="34" charset="0"/>
                <a:cs typeface="Calibri" panose="020F0502020204030204" pitchFamily="34" charset="0"/>
              </a:rPr>
              <a:t>string.h</a:t>
            </a:r>
            <a:endParaRPr lang="en-US" sz="2900" dirty="0">
              <a:latin typeface="Calibri" panose="020F0502020204030204" pitchFamily="34" charset="0"/>
              <a:cs typeface="Calibri" panose="020F0502020204030204" pitchFamily="34" charset="0"/>
            </a:endParaRPr>
          </a:p>
          <a:p>
            <a:pPr algn="just"/>
            <a:r>
              <a:rPr lang="en-US" sz="2900" dirty="0" err="1" smtClean="0">
                <a:latin typeface="Calibri" panose="020F0502020204030204" pitchFamily="34" charset="0"/>
                <a:cs typeface="Calibri" panose="020F0502020204030204" pitchFamily="34" charset="0"/>
              </a:rPr>
              <a:t>stdio.h</a:t>
            </a:r>
            <a:endParaRPr lang="en-US" sz="2900" dirty="0" smtClean="0">
              <a:latin typeface="Calibri" panose="020F0502020204030204" pitchFamily="34" charset="0"/>
              <a:cs typeface="Calibri" panose="020F0502020204030204" pitchFamily="34" charset="0"/>
            </a:endParaRPr>
          </a:p>
          <a:p>
            <a:pPr algn="just">
              <a:buFont typeface="Wingdings" panose="05000000000000000000" pitchFamily="2" charset="2"/>
              <a:buChar char="Ø"/>
            </a:pPr>
            <a:r>
              <a:rPr lang="en-US" sz="2900" dirty="0" smtClean="0">
                <a:latin typeface="Calibri" panose="020F0502020204030204" pitchFamily="34" charset="0"/>
                <a:cs typeface="Calibri" panose="020F0502020204030204" pitchFamily="34" charset="0"/>
              </a:rPr>
              <a:t>Macros</a:t>
            </a:r>
            <a:endParaRPr lang="en-US" sz="2900" dirty="0">
              <a:latin typeface="Calibri" panose="020F0502020204030204" pitchFamily="34" charset="0"/>
              <a:cs typeface="Calibri" panose="020F0502020204030204" pitchFamily="34" charset="0"/>
            </a:endParaRPr>
          </a:p>
          <a:p>
            <a:pPr algn="just">
              <a:buFont typeface="Wingdings" panose="05000000000000000000" pitchFamily="2" charset="2"/>
              <a:buChar char="Ø"/>
            </a:pPr>
            <a:r>
              <a:rPr lang="en-US" sz="2900" dirty="0" smtClean="0">
                <a:latin typeface="Calibri" panose="020F0502020204030204" pitchFamily="34" charset="0"/>
                <a:cs typeface="Calibri" panose="020F0502020204030204" pitchFamily="34" charset="0"/>
              </a:rPr>
              <a:t>Global </a:t>
            </a:r>
            <a:r>
              <a:rPr lang="en-US" sz="2900" dirty="0">
                <a:latin typeface="Calibri" panose="020F0502020204030204" pitchFamily="34" charset="0"/>
                <a:cs typeface="Calibri" panose="020F0502020204030204" pitchFamily="34" charset="0"/>
              </a:rPr>
              <a:t>Variables</a:t>
            </a:r>
          </a:p>
          <a:p>
            <a:pPr algn="just">
              <a:buFont typeface="Wingdings" panose="05000000000000000000" pitchFamily="2" charset="2"/>
              <a:buChar char="Ø"/>
            </a:pPr>
            <a:r>
              <a:rPr lang="en-US" sz="2900" dirty="0" smtClean="0">
                <a:latin typeface="Calibri" panose="020F0502020204030204" pitchFamily="34" charset="0"/>
                <a:cs typeface="Calibri" panose="020F0502020204030204" pitchFamily="34" charset="0"/>
              </a:rPr>
              <a:t>Structures</a:t>
            </a:r>
          </a:p>
          <a:p>
            <a:pPr algn="just">
              <a:buFont typeface="Wingdings" panose="05000000000000000000" pitchFamily="2" charset="2"/>
              <a:buChar char="Ø"/>
            </a:pPr>
            <a:r>
              <a:rPr lang="en-US" sz="2900" dirty="0" smtClean="0">
                <a:latin typeface="Calibri" panose="020F0502020204030204" pitchFamily="34" charset="0"/>
                <a:cs typeface="Calibri" panose="020F0502020204030204" pitchFamily="34" charset="0"/>
              </a:rPr>
              <a:t>Switch</a:t>
            </a:r>
          </a:p>
          <a:p>
            <a:pPr algn="just">
              <a:buFont typeface="Wingdings" panose="05000000000000000000" pitchFamily="2" charset="2"/>
              <a:buChar char="Ø"/>
            </a:pPr>
            <a:r>
              <a:rPr lang="en-US" sz="2900" dirty="0" smtClean="0">
                <a:latin typeface="Calibri" panose="020F0502020204030204" pitchFamily="34" charset="0"/>
                <a:cs typeface="Calibri" panose="020F0502020204030204" pitchFamily="34" charset="0"/>
              </a:rPr>
              <a:t>Do-While Loop</a:t>
            </a:r>
          </a:p>
          <a:p>
            <a:pPr algn="just">
              <a:buFont typeface="Wingdings" panose="05000000000000000000" pitchFamily="2" charset="2"/>
              <a:buChar char="Ø"/>
            </a:pPr>
            <a:r>
              <a:rPr lang="en-US" sz="2900" dirty="0" smtClean="0">
                <a:latin typeface="Calibri" panose="020F0502020204030204" pitchFamily="34" charset="0"/>
                <a:cs typeface="Calibri" panose="020F0502020204030204" pitchFamily="34" charset="0"/>
              </a:rPr>
              <a:t>If-Else Statements </a:t>
            </a:r>
            <a:endParaRPr lang="en-US" sz="29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28943650"/>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3E8528-991F-2776-6A37-9877C8ABF4D0}"/>
              </a:ext>
            </a:extLst>
          </p:cNvPr>
          <p:cNvSpPr>
            <a:spLocks noGrp="1"/>
          </p:cNvSpPr>
          <p:nvPr>
            <p:ph type="title"/>
          </p:nvPr>
        </p:nvSpPr>
        <p:spPr/>
        <p:txBody>
          <a:bodyPr/>
          <a:lstStyle/>
          <a:p>
            <a:r>
              <a:rPr lang="en-US" dirty="0"/>
              <a:t>Flowchart</a:t>
            </a:r>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623521" y="1947967"/>
            <a:ext cx="5529026" cy="4816030"/>
          </a:xfrm>
        </p:spPr>
      </p:pic>
    </p:spTree>
    <p:extLst>
      <p:ext uri="{BB962C8B-B14F-4D97-AF65-F5344CB8AC3E}">
        <p14:creationId xmlns:p14="http://schemas.microsoft.com/office/powerpoint/2010/main" val="438883199"/>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551D578-B421-2A81-C73D-CE2E461BB2EA}"/>
              </a:ext>
            </a:extLst>
          </p:cNvPr>
          <p:cNvSpPr>
            <a:spLocks noGrp="1"/>
          </p:cNvSpPr>
          <p:nvPr>
            <p:ph type="title"/>
          </p:nvPr>
        </p:nvSpPr>
        <p:spPr/>
        <p:txBody>
          <a:bodyPr/>
          <a:lstStyle/>
          <a:p>
            <a:r>
              <a:rPr lang="en-US" dirty="0"/>
              <a:t>Algorithm</a:t>
            </a:r>
          </a:p>
        </p:txBody>
      </p:sp>
      <p:sp>
        <p:nvSpPr>
          <p:cNvPr id="3" name="Content Placeholder 2">
            <a:extLst>
              <a:ext uri="{FF2B5EF4-FFF2-40B4-BE49-F238E27FC236}">
                <a16:creationId xmlns="" xmlns:a16="http://schemas.microsoft.com/office/drawing/2014/main" id="{A2CEF97C-6FF9-3B4E-32EE-AE99CA8431E9}"/>
              </a:ext>
            </a:extLst>
          </p:cNvPr>
          <p:cNvSpPr>
            <a:spLocks noGrp="1"/>
          </p:cNvSpPr>
          <p:nvPr>
            <p:ph idx="1"/>
          </p:nvPr>
        </p:nvSpPr>
        <p:spPr/>
        <p:txBody>
          <a:bodyPr>
            <a:normAutofit/>
          </a:bodyPr>
          <a:lstStyle/>
          <a:p>
            <a:pPr marL="0" marR="0">
              <a:lnSpc>
                <a:spcPct val="107000"/>
              </a:lnSpc>
              <a:spcBef>
                <a:spcPts val="0"/>
              </a:spcBef>
              <a:spcAft>
                <a:spcPts val="800"/>
              </a:spcAft>
            </a:pPr>
            <a:r>
              <a:rPr lang="en-US" sz="2800" b="1" u="sng" kern="100" dirty="0" smtClean="0">
                <a:effectLst/>
                <a:latin typeface="Calibri" panose="020F0502020204030204" pitchFamily="34" charset="0"/>
                <a:ea typeface="Calibri" panose="020F0502020204030204" pitchFamily="34" charset="0"/>
                <a:cs typeface="Calibri" panose="020F0502020204030204" pitchFamily="34" charset="0"/>
              </a:rPr>
              <a:t>QUIZ MANAGING :</a:t>
            </a:r>
            <a:endParaRPr lang="en-US" sz="2800" u="sng" kern="100" dirty="0">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07000"/>
              </a:lnSpc>
              <a:spcBef>
                <a:spcPts val="0"/>
              </a:spcBef>
              <a:spcAft>
                <a:spcPts val="800"/>
              </a:spcAft>
              <a:buNone/>
            </a:pPr>
            <a:endParaRPr lang="en-US" sz="1800" kern="100"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r>
              <a:rPr lang="en-GB" dirty="0"/>
              <a:t>The provided C program is a quiz management system that allows users to interact with a set of features. It lets users add questions to a quiz, each with a text, correct answer, and point value. Users can view all the questions in the quiz and take the quiz by answering questions. The system tracks each user's score and prevents them from attempting the same question multiple times. </a:t>
            </a:r>
            <a:endParaRPr lang="en-US" dirty="0"/>
          </a:p>
        </p:txBody>
      </p:sp>
    </p:spTree>
    <p:extLst>
      <p:ext uri="{BB962C8B-B14F-4D97-AF65-F5344CB8AC3E}">
        <p14:creationId xmlns:p14="http://schemas.microsoft.com/office/powerpoint/2010/main" val="2888348965"/>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74F5F4-2215-CE11-D805-BACEDDA168C7}"/>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 xmlns:a16="http://schemas.microsoft.com/office/drawing/2014/main" id="{54D99BE2-8AFD-1BB7-F50B-DC0768682DA2}"/>
              </a:ext>
            </a:extLst>
          </p:cNvPr>
          <p:cNvSpPr>
            <a:spLocks noGrp="1"/>
          </p:cNvSpPr>
          <p:nvPr>
            <p:ph idx="1"/>
          </p:nvPr>
        </p:nvSpPr>
        <p:spPr>
          <a:xfrm>
            <a:off x="680321" y="2336872"/>
            <a:ext cx="10854454" cy="4349677"/>
          </a:xfrm>
        </p:spPr>
        <p:txBody>
          <a:bodyPr>
            <a:normAutofit/>
          </a:bodyPr>
          <a:lstStyle/>
          <a:p>
            <a:pPr marL="0" marR="0" indent="0">
              <a:lnSpc>
                <a:spcPct val="107000"/>
              </a:lnSpc>
              <a:spcBef>
                <a:spcPts val="0"/>
              </a:spcBef>
              <a:spcAft>
                <a:spcPts val="800"/>
              </a:spcAft>
              <a:buNone/>
            </a:pPr>
            <a:r>
              <a:rPr lang="en-GB" sz="2800" dirty="0"/>
              <a:t>Users can also create accounts with unique usernames, and the system displays each user's progress, including their score and which questions they have answered. The program is designed with a user-friendly menu that guides users through these functionalities. It incorporates features like constants for maximum values, structures to organize data, and functions to perform specific tasks. Overall, it provides a simple yet functional environment for managing quizzes and user interactions</a:t>
            </a:r>
            <a:endParaRPr lang="en-US" sz="2800" dirty="0"/>
          </a:p>
          <a:p>
            <a:pPr marL="0" indent="0">
              <a:lnSpc>
                <a:spcPct val="107000"/>
              </a:lnSpc>
              <a:spcBef>
                <a:spcPts val="0"/>
              </a:spcBef>
              <a:spcAft>
                <a:spcPts val="800"/>
              </a:spcAft>
              <a:buNone/>
            </a:pP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6829810"/>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74F5F4-2215-CE11-D805-BACEDDA168C7}"/>
              </a:ext>
            </a:extLst>
          </p:cNvPr>
          <p:cNvSpPr>
            <a:spLocks noGrp="1"/>
          </p:cNvSpPr>
          <p:nvPr>
            <p:ph type="title"/>
          </p:nvPr>
        </p:nvSpPr>
        <p:spPr/>
        <p:txBody>
          <a:bodyPr/>
          <a:lstStyle/>
          <a:p>
            <a:r>
              <a:rPr lang="en-US" dirty="0" smtClean="0"/>
              <a:t>Conclusion</a:t>
            </a:r>
            <a:endParaRPr lang="en-US" dirty="0"/>
          </a:p>
        </p:txBody>
      </p:sp>
      <p:sp>
        <p:nvSpPr>
          <p:cNvPr id="3" name="Content Placeholder 2">
            <a:extLst>
              <a:ext uri="{FF2B5EF4-FFF2-40B4-BE49-F238E27FC236}">
                <a16:creationId xmlns="" xmlns:a16="http://schemas.microsoft.com/office/drawing/2014/main" id="{54D99BE2-8AFD-1BB7-F50B-DC0768682DA2}"/>
              </a:ext>
            </a:extLst>
          </p:cNvPr>
          <p:cNvSpPr>
            <a:spLocks noGrp="1"/>
          </p:cNvSpPr>
          <p:nvPr>
            <p:ph idx="1"/>
          </p:nvPr>
        </p:nvSpPr>
        <p:spPr>
          <a:xfrm>
            <a:off x="680321" y="2336872"/>
            <a:ext cx="10854454" cy="4349677"/>
          </a:xfrm>
        </p:spPr>
        <p:txBody>
          <a:bodyPr>
            <a:normAutofit/>
          </a:bodyPr>
          <a:lstStyle/>
          <a:p>
            <a:pPr marL="0" indent="0" algn="ctr">
              <a:lnSpc>
                <a:spcPct val="107000"/>
              </a:lnSpc>
              <a:spcBef>
                <a:spcPts val="0"/>
              </a:spcBef>
              <a:spcAft>
                <a:spcPts val="800"/>
              </a:spcAft>
              <a:buNone/>
            </a:pPr>
            <a:endParaRPr lang="en-US" sz="6600" b="1" kern="100" dirty="0" smtClean="0">
              <a:solidFill>
                <a:schemeClr val="bg1"/>
              </a:solidFill>
              <a:effectLst/>
              <a:latin typeface="Arial Black" panose="020B0A04020102020204" pitchFamily="34" charset="0"/>
              <a:ea typeface="Calibri" panose="020F0502020204030204" pitchFamily="34" charset="0"/>
              <a:cs typeface="Times New Roman" panose="02020603050405020304" pitchFamily="18" charset="0"/>
            </a:endParaRPr>
          </a:p>
          <a:p>
            <a:pPr marL="0" indent="0" algn="ctr">
              <a:lnSpc>
                <a:spcPct val="107000"/>
              </a:lnSpc>
              <a:spcBef>
                <a:spcPts val="0"/>
              </a:spcBef>
              <a:spcAft>
                <a:spcPts val="800"/>
              </a:spcAft>
              <a:buNone/>
            </a:pPr>
            <a:r>
              <a:rPr lang="en-US" sz="6600" b="1" kern="100" dirty="0" smtClean="0">
                <a:effectLst/>
                <a:latin typeface="Arial Black" panose="020B0A04020102020204" pitchFamily="34" charset="0"/>
                <a:ea typeface="Calibri" panose="020F0502020204030204" pitchFamily="34" charset="0"/>
                <a:cs typeface="Times New Roman" panose="02020603050405020304" pitchFamily="18" charset="0"/>
              </a:rPr>
              <a:t>Thank You!</a:t>
            </a:r>
            <a:endParaRPr lang="en-US" sz="6600" b="1" kern="100" dirty="0">
              <a:effectLst/>
              <a:latin typeface="Arial Black" panose="020B0A04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5626477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139</TotalTime>
  <Words>273</Words>
  <Application>Microsoft Office PowerPoint</Application>
  <PresentationFormat>Widescreen</PresentationFormat>
  <Paragraphs>26</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Arial Black</vt:lpstr>
      <vt:lpstr>Calibri</vt:lpstr>
      <vt:lpstr>Pretendard</vt:lpstr>
      <vt:lpstr>Times New Roman</vt:lpstr>
      <vt:lpstr>Trebuchet MS</vt:lpstr>
      <vt:lpstr>Wingdings</vt:lpstr>
      <vt:lpstr>Berlin</vt:lpstr>
      <vt:lpstr>Quiz Management System</vt:lpstr>
      <vt:lpstr>Introduction of our project</vt:lpstr>
      <vt:lpstr>What we used?</vt:lpstr>
      <vt:lpstr>Flowchart</vt:lpstr>
      <vt:lpstr>Algorithm</vt:lpstr>
      <vt:lpstr>Cont.</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Semester Project: Hotel Management System</dc:title>
  <dc:creator>Shaheer Khan Ghouri</dc:creator>
  <cp:lastModifiedBy>Microsoft account</cp:lastModifiedBy>
  <cp:revision>7</cp:revision>
  <dcterms:created xsi:type="dcterms:W3CDTF">2023-12-03T13:33:47Z</dcterms:created>
  <dcterms:modified xsi:type="dcterms:W3CDTF">2023-12-05T08:04:50Z</dcterms:modified>
</cp:coreProperties>
</file>